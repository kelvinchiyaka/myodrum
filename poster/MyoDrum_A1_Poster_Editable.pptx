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3465334a10472c" /><Relationship Type="http://schemas.openxmlformats.org/officeDocument/2006/relationships/extended-properties" Target="/docProps/app.xml" Id="R9c4b7eab78454091" /><Relationship Type="http://schemas.openxmlformats.org/officeDocument/2006/relationships/officeDocument" Target="/ppt/presentation.xml" Id="Rf3f19107d85f4c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2b83c8ad2248cc"/>
  </p:sldMasterIdLst>
  <p:notesMasterIdLst>
    <p:notesMasterId xmlns:r="http://schemas.openxmlformats.org/officeDocument/2006/relationships" r:id="Rdb19804b6d4d4cd3"/>
  </p:notesMasterIdLst>
  <p:sldIdLst>
    <p:sldId xmlns:r="http://schemas.openxmlformats.org/officeDocument/2006/relationships" id="256" r:id="Rff4c43cf67c74735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5bf0e0b1674a33" /><Relationship Type="http://schemas.openxmlformats.org/officeDocument/2006/relationships/slideMaster" Target="/ppt/slideMasters/slideMaster1.xml" Id="R9d2b83c8ad2248cc" /><Relationship Type="http://schemas.openxmlformats.org/officeDocument/2006/relationships/notesMaster" Target="/ppt/notesMasters/notesMaster1.xml" Id="Rdb19804b6d4d4cd3" /><Relationship Type="http://schemas.openxmlformats.org/officeDocument/2006/relationships/presProps" Target="/ppt/presProps.xml" Id="R47b40acad1574a8c" /><Relationship Type="http://schemas.openxmlformats.org/officeDocument/2006/relationships/tableStyles" Target="/ppt/tableStyles.xml" Id="R31343e61d78048f4" /><Relationship Type="http://schemas.openxmlformats.org/officeDocument/2006/relationships/slide" Target="/ppt/slides/slide1.xml" Id="Rff4c43cf67c747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6c9d8ad9bb4c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fbd65dbee94195" /><Relationship Type="http://schemas.openxmlformats.org/officeDocument/2006/relationships/notesMaster" Target="/ppt/notesMasters/notesMaster1.xml" Id="Ref0aa43b20b8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Poster evidence sources:</a:t>
            </a:r>
          </a:p>
          <a:p xmlns:a="http://schemas.openxmlformats.org/drawingml/2006/main">
            <a:r>
              <a:t>Project repository: C:\Users\ndlov\OneDrive\Desktop\FinalMyodrum</a:t>
            </a:r>
          </a:p>
          <a:p xmlns:a="http://schemas.openxmlformats.org/drawingml/2006/main">
            <a:r>
              <a:t>Synchronized strike plot: data/raw/session_20261012_165912/imuEmgStream.mat.</a:t>
            </a:r>
          </a:p>
          <a:p xmlns:a="http://schemas.openxmlformats.org/drawingml/2006/main">
            <a:r>
              <a:t>Rule-based thresholds: common/myoDrumConfig.m and classifiers/ruleBased/*.m.</a:t>
            </a:r>
          </a:p>
          <a:p xmlns:a="http://schemas.openxmlformats.org/drawingml/2006/main">
            <a:r>
              <a:t>ML collection summary: sessions 20261013_182950, 20261014_103705 and 20261014_110441.</a:t>
            </a:r>
          </a:p>
          <a:p xmlns:a="http://schemas.openxmlformats.org/drawingml/2006/main">
            <a:r>
              <a:t>Institutional layout reference: C:\Users\ndlov\Downloads\In_Person_Poster_Guidelines.pptx</a:t>
            </a:r>
          </a:p>
          <a:p xmlns:a="http://schemas.openxmlformats.org/drawingml/2006/main">
            <a:r>
              <a:t>Background artwork generated for this poster with OpenAI image generation; drum illustration supplied by the user.</a:t>
            </a:r>
          </a:p>
          <a:p xmlns:a="http://schemas.openxmlformats.org/drawingml/2006/main">
            <a:r>
              <a:t>External references shown on poster: TDK InvenSense MPU-6050 product specification; SENIAM sensor location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07af10a874e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efa46e7b046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9eb699e434a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e2ba41dda4a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74c8257704e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f063749dc41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5F983C-C958-48E5-876D-32B8F4E6B3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7600" y="8078400"/>
            <a:ext cx="24220800" cy="308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C5BE25-B14E-4BB9-8FCF-CBF5BA3B62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400" y="11761200"/>
            <a:ext cx="21193200" cy="23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1B594E-DFFC-4E8C-8281-12275529D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7600" y="8910000"/>
            <a:ext cx="24220800" cy="35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4C2E5-2253-46E5-B314-9C9AB096B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025" y="1663200"/>
            <a:ext cx="26869950" cy="26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727634-1FCA-40F3-AE47-4B72B7DA83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025" y="5940000"/>
            <a:ext cx="26869950" cy="1330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B32587-4764-45FF-BB45-2754F131D7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025" y="1663200"/>
            <a:ext cx="26869950" cy="26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F6D22C-8884-4661-9EA7-59620F9964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025" y="5940000"/>
            <a:ext cx="12488850" cy="1330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D8BDEC-10A7-4AD9-A800-1502D4D650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084125" y="5940000"/>
            <a:ext cx="12488850" cy="1330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993A93-ED0B-43F4-AE3F-C06F812C4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025" y="1663200"/>
            <a:ext cx="26869950" cy="26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028A3E-09FE-4CC6-B404-C1451486D6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025" y="5940000"/>
            <a:ext cx="12488850" cy="1330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d037d74e4944c5" /><Relationship Type="http://schemas.openxmlformats.org/officeDocument/2006/relationships/slideLayout" Target="/ppt/slideLayouts/slideLayout1.xml" Id="R24af9cfa9b6c41da" /><Relationship Type="http://schemas.openxmlformats.org/officeDocument/2006/relationships/slideLayout" Target="/ppt/slideLayouts/slideLayout2.xml" Id="Red573c9e09004bf7" /><Relationship Type="http://schemas.openxmlformats.org/officeDocument/2006/relationships/slideLayout" Target="/ppt/slideLayouts/slideLayout3.xml" Id="Rcff98fe636a94d41" /><Relationship Type="http://schemas.openxmlformats.org/officeDocument/2006/relationships/slideLayout" Target="/ppt/slideLayouts/slideLayout4.xml" Id="R808df996455c4b84" /><Relationship Type="http://schemas.openxmlformats.org/officeDocument/2006/relationships/slideLayout" Target="/ppt/slideLayouts/slideLayout5.xml" Id="R3924322b09654e33" /><Relationship Type="http://schemas.openxmlformats.org/officeDocument/2006/relationships/slideLayout" Target="/ppt/slideLayouts/slideLayout6.xml" Id="Rebc838e06fa147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f9cfa9b6c41da"/>
    <p:sldLayoutId xmlns:r="http://schemas.openxmlformats.org/officeDocument/2006/relationships" id="2147483650" r:id="Red573c9e09004bf7"/>
    <p:sldLayoutId xmlns:r="http://schemas.openxmlformats.org/officeDocument/2006/relationships" id="2147483651" r:id="Rcff98fe636a94d41"/>
    <p:sldLayoutId xmlns:r="http://schemas.openxmlformats.org/officeDocument/2006/relationships" id="2147483652" r:id="R808df996455c4b84"/>
    <p:sldLayoutId xmlns:r="http://schemas.openxmlformats.org/officeDocument/2006/relationships" id="2147483653" r:id="R3924322b09654e33"/>
    <p:sldLayoutId xmlns:r="http://schemas.openxmlformats.org/officeDocument/2006/relationships" id="2147483654" r:id="Rebc838e06fa1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dbb52eb134e00" /><Relationship Type="http://schemas.openxmlformats.org/officeDocument/2006/relationships/image" Target="/ppt/media/image.png" Id="R2a8fbfc6a7744618" /><Relationship Type="http://schemas.openxmlformats.org/officeDocument/2006/relationships/image" Target="/ppt/media/image.jpeg" Id="R87267adef5f64fb9" /><Relationship Type="http://schemas.openxmlformats.org/officeDocument/2006/relationships/image" Target="/ppt/media/image2.png" Id="R4bdd602089ad4250" /><Relationship Type="http://schemas.openxmlformats.org/officeDocument/2006/relationships/image" Target="/ppt/media/image2.jpeg" Id="R7401897c54304e61" /><Relationship Type="http://schemas.openxmlformats.org/officeDocument/2006/relationships/image" Target="/ppt/media/image3.jpeg" Id="Rc0c3b7d3c07a4f58" /><Relationship Type="http://schemas.openxmlformats.org/officeDocument/2006/relationships/image" Target="/ppt/media/image4.jpeg" Id="Rbf5c095e0bc94e4d" /><Relationship Type="http://schemas.openxmlformats.org/officeDocument/2006/relationships/image" Target="/ppt/media/image5.jpeg" Id="Rc9b0645fba3a4aa8" /><Relationship Type="http://schemas.openxmlformats.org/officeDocument/2006/relationships/chart" Target="/ppt/slides/charts/chart1.xml" Id="R949dee60354e4f42" /><Relationship Type="http://schemas.openxmlformats.org/officeDocument/2006/relationships/chart" Target="/ppt/slides/charts/chart2.xml" Id="R19fc9922062b4699" /><Relationship Type="http://schemas.openxmlformats.org/officeDocument/2006/relationships/notesSlide" Target="/ppt/notesSlides/notesSlide1.xml" Id="R2fd962bf2b804e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IMU motion cue</c:v>
          </c:tx>
          <c:spPr>
            <a:ln xmlns:a="http://schemas.openxmlformats.org/drawingml/2006/main" w="38100">
              <a:solidFill>
                <a:srgbClr val="13A8F2"/>
              </a:solidFill>
              <a:prstDash val="solid"/>
            </a:ln>
          </c:spPr>
          <c:marker>
            <c:symbol val="none"/>
          </c:marker>
          <c:cat>
            <c:numRef>
              <c:f>'Chart Data'!$A$2:$A$113</c:f>
              <c:numCache>
                <c:formatCode>General</c:formatCode>
                <c:ptCount val="112"/>
                <c:pt idx="0">
                  <c:v>-0.30</c:v>
                </c:pt>
                <c:pt idx="1">
                  <c:v>-0.29</c:v>
                </c:pt>
                <c:pt idx="2">
                  <c:v>-0.28</c:v>
                </c:pt>
                <c:pt idx="3">
                  <c:v>-0.27</c:v>
                </c:pt>
                <c:pt idx="4">
                  <c:v>-0.26</c:v>
                </c:pt>
                <c:pt idx="5">
                  <c:v>-0.25</c:v>
                </c:pt>
                <c:pt idx="6">
                  <c:v>-0.24</c:v>
                </c:pt>
                <c:pt idx="7">
                  <c:v>-0.23</c:v>
                </c:pt>
                <c:pt idx="8">
                  <c:v>-0.22</c:v>
                </c:pt>
                <c:pt idx="9">
                  <c:v>-0.21</c:v>
                </c:pt>
                <c:pt idx="10">
                  <c:v>-0.20</c:v>
                </c:pt>
                <c:pt idx="11">
                  <c:v>-0.19</c:v>
                </c:pt>
                <c:pt idx="12">
                  <c:v>-0.18</c:v>
                </c:pt>
                <c:pt idx="13">
                  <c:v>-0.17</c:v>
                </c:pt>
                <c:pt idx="14">
                  <c:v>-0.16</c:v>
                </c:pt>
                <c:pt idx="15">
                  <c:v>-0.15</c:v>
                </c:pt>
                <c:pt idx="16">
                  <c:v>-0.14</c:v>
                </c:pt>
                <c:pt idx="17">
                  <c:v>-0.13</c:v>
                </c:pt>
                <c:pt idx="18">
                  <c:v>-0.12</c:v>
                </c:pt>
                <c:pt idx="19">
                  <c:v>-0.11</c:v>
                </c:pt>
                <c:pt idx="20">
                  <c:v>-0.10</c:v>
                </c:pt>
                <c:pt idx="21">
                  <c:v>-0.09</c:v>
                </c:pt>
                <c:pt idx="22">
                  <c:v>-0.08</c:v>
                </c:pt>
                <c:pt idx="23">
                  <c:v>-0.07</c:v>
                </c:pt>
                <c:pt idx="24">
                  <c:v>-0.06</c:v>
                </c:pt>
                <c:pt idx="25">
                  <c:v>-0.05</c:v>
                </c:pt>
                <c:pt idx="26">
                  <c:v>-0.04</c:v>
                </c:pt>
                <c:pt idx="27">
                  <c:v>-0.03</c:v>
                </c:pt>
                <c:pt idx="28">
                  <c:v>-0.02</c:v>
                </c:pt>
                <c:pt idx="29">
                  <c:v>-0.01</c:v>
                </c:pt>
                <c:pt idx="30">
                  <c:v>0.00</c:v>
                </c:pt>
                <c:pt idx="31">
                  <c:v>0.01</c:v>
                </c:pt>
                <c:pt idx="32">
                  <c:v>0.02</c:v>
                </c:pt>
                <c:pt idx="33">
                  <c:v>0.03</c:v>
                </c:pt>
                <c:pt idx="34">
                  <c:v>0.04</c:v>
                </c:pt>
                <c:pt idx="35">
                  <c:v>0.05</c:v>
                </c:pt>
                <c:pt idx="36">
                  <c:v>0.06</c:v>
                </c:pt>
                <c:pt idx="37">
                  <c:v>0.07</c:v>
                </c:pt>
                <c:pt idx="38">
                  <c:v>0.08</c:v>
                </c:pt>
                <c:pt idx="39">
                  <c:v>0.09</c:v>
                </c:pt>
                <c:pt idx="40">
                  <c:v>0.10</c:v>
                </c:pt>
                <c:pt idx="41">
                  <c:v>0.11</c:v>
                </c:pt>
                <c:pt idx="42">
                  <c:v>0.12</c:v>
                </c:pt>
                <c:pt idx="43">
                  <c:v>0.13</c:v>
                </c:pt>
                <c:pt idx="44">
                  <c:v>0.14</c:v>
                </c:pt>
                <c:pt idx="45">
                  <c:v>0.15</c:v>
                </c:pt>
                <c:pt idx="46">
                  <c:v>0.16</c:v>
                </c:pt>
                <c:pt idx="47">
                  <c:v>0.17</c:v>
                </c:pt>
                <c:pt idx="48">
                  <c:v>0.18</c:v>
                </c:pt>
                <c:pt idx="49">
                  <c:v>0.19</c:v>
                </c:pt>
                <c:pt idx="50">
                  <c:v>0.20</c:v>
                </c:pt>
                <c:pt idx="51">
                  <c:v>0.21</c:v>
                </c:pt>
                <c:pt idx="52">
                  <c:v>0.22</c:v>
                </c:pt>
                <c:pt idx="53">
                  <c:v>0.23</c:v>
                </c:pt>
                <c:pt idx="54">
                  <c:v>0.24</c:v>
                </c:pt>
                <c:pt idx="55">
                  <c:v>0.25</c:v>
                </c:pt>
                <c:pt idx="56">
                  <c:v>0.26</c:v>
                </c:pt>
                <c:pt idx="57">
                  <c:v>0.27</c:v>
                </c:pt>
                <c:pt idx="58">
                  <c:v>0.28</c:v>
                </c:pt>
                <c:pt idx="59">
                  <c:v>0.29</c:v>
                </c:pt>
                <c:pt idx="60">
                  <c:v>0.30</c:v>
                </c:pt>
                <c:pt idx="61">
                  <c:v>0.31</c:v>
                </c:pt>
                <c:pt idx="62">
                  <c:v>0.32</c:v>
                </c:pt>
                <c:pt idx="63">
                  <c:v>0.33</c:v>
                </c:pt>
                <c:pt idx="64">
                  <c:v>0.34</c:v>
                </c:pt>
                <c:pt idx="65">
                  <c:v>0.35</c:v>
                </c:pt>
                <c:pt idx="66">
                  <c:v>0.36</c:v>
                </c:pt>
                <c:pt idx="67">
                  <c:v>0.37</c:v>
                </c:pt>
                <c:pt idx="68">
                  <c:v>0.38</c:v>
                </c:pt>
                <c:pt idx="69">
                  <c:v>0.39</c:v>
                </c:pt>
                <c:pt idx="70">
                  <c:v>0.40</c:v>
                </c:pt>
                <c:pt idx="71">
                  <c:v>0.41</c:v>
                </c:pt>
                <c:pt idx="72">
                  <c:v>0.42</c:v>
                </c:pt>
                <c:pt idx="73">
                  <c:v>0.43</c:v>
                </c:pt>
                <c:pt idx="74">
                  <c:v>0.44</c:v>
                </c:pt>
                <c:pt idx="75">
                  <c:v>0.45</c:v>
                </c:pt>
                <c:pt idx="76">
                  <c:v>0.46</c:v>
                </c:pt>
                <c:pt idx="77">
                  <c:v>0.47</c:v>
                </c:pt>
                <c:pt idx="78">
                  <c:v>0.48</c:v>
                </c:pt>
                <c:pt idx="79">
                  <c:v>0.49</c:v>
                </c:pt>
                <c:pt idx="80">
                  <c:v>0.50</c:v>
                </c:pt>
                <c:pt idx="81">
                  <c:v>0.51</c:v>
                </c:pt>
                <c:pt idx="82">
                  <c:v>0.52</c:v>
                </c:pt>
                <c:pt idx="83">
                  <c:v>0.53</c:v>
                </c:pt>
                <c:pt idx="84">
                  <c:v>0.54</c:v>
                </c:pt>
                <c:pt idx="85">
                  <c:v>0.55</c:v>
                </c:pt>
                <c:pt idx="86">
                  <c:v>0.56</c:v>
                </c:pt>
                <c:pt idx="87">
                  <c:v>0.57</c:v>
                </c:pt>
                <c:pt idx="88">
                  <c:v>0.58</c:v>
                </c:pt>
                <c:pt idx="89">
                  <c:v>0.59</c:v>
                </c:pt>
                <c:pt idx="90">
                  <c:v>0.60</c:v>
                </c:pt>
                <c:pt idx="91">
                  <c:v>0.61</c:v>
                </c:pt>
                <c:pt idx="92">
                  <c:v>0.62</c:v>
                </c:pt>
                <c:pt idx="93">
                  <c:v>0.63</c:v>
                </c:pt>
                <c:pt idx="94">
                  <c:v>0.64</c:v>
                </c:pt>
                <c:pt idx="95">
                  <c:v>0.65</c:v>
                </c:pt>
                <c:pt idx="96">
                  <c:v>0.66</c:v>
                </c:pt>
                <c:pt idx="97">
                  <c:v>0.67</c:v>
                </c:pt>
                <c:pt idx="98">
                  <c:v>0.68</c:v>
                </c:pt>
                <c:pt idx="99">
                  <c:v>0.69</c:v>
                </c:pt>
                <c:pt idx="100">
                  <c:v>0.70</c:v>
                </c:pt>
                <c:pt idx="101">
                  <c:v>0.71</c:v>
                </c:pt>
                <c:pt idx="102">
                  <c:v>0.72</c:v>
                </c:pt>
                <c:pt idx="103">
                  <c:v>0.73</c:v>
                </c:pt>
                <c:pt idx="104">
                  <c:v>0.74</c:v>
                </c:pt>
                <c:pt idx="105">
                  <c:v>0.75</c:v>
                </c:pt>
                <c:pt idx="106">
                  <c:v>0.76</c:v>
                </c:pt>
                <c:pt idx="107">
                  <c:v>0.77</c:v>
                </c:pt>
                <c:pt idx="108">
                  <c:v>0.78</c:v>
                </c:pt>
                <c:pt idx="109">
                  <c:v>0.79</c:v>
                </c:pt>
                <c:pt idx="110">
                  <c:v>0.80</c:v>
                </c:pt>
                <c:pt idx="111">
                  <c:v>0.81</c:v>
                </c:pt>
              </c:numCache>
            </c:numRef>
          </c:cat>
          <c:val>
            <c:numRef>
              <c:f>'Chart Data'!$B$2:$B$113</c:f>
              <c:numCache>
                <c:formatCode>General</c:formatCode>
                <c:ptCount val="112"/>
                <c:pt idx="0">
                  <c:v>0</c:v>
                </c:pt>
                <c:pt idx="1">
                  <c:v>0.013</c:v>
                </c:pt>
                <c:pt idx="2">
                  <c:v>0.022</c:v>
                </c:pt>
                <c:pt idx="3">
                  <c:v>0.007</c:v>
                </c:pt>
                <c:pt idx="4">
                  <c:v>0.01</c:v>
                </c:pt>
                <c:pt idx="5">
                  <c:v>0.006</c:v>
                </c:pt>
                <c:pt idx="6">
                  <c:v>0.003</c:v>
                </c:pt>
                <c:pt idx="7">
                  <c:v>0.007</c:v>
                </c:pt>
                <c:pt idx="8">
                  <c:v>0.039</c:v>
                </c:pt>
                <c:pt idx="9">
                  <c:v>0.037</c:v>
                </c:pt>
                <c:pt idx="10">
                  <c:v>0.033</c:v>
                </c:pt>
                <c:pt idx="11">
                  <c:v>0.03</c:v>
                </c:pt>
                <c:pt idx="12">
                  <c:v>0.034</c:v>
                </c:pt>
                <c:pt idx="13">
                  <c:v>0.029</c:v>
                </c:pt>
                <c:pt idx="14">
                  <c:v>0.021</c:v>
                </c:pt>
                <c:pt idx="15">
                  <c:v>0.005</c:v>
                </c:pt>
                <c:pt idx="16">
                  <c:v>0.069</c:v>
                </c:pt>
                <c:pt idx="17">
                  <c:v>0.061</c:v>
                </c:pt>
                <c:pt idx="18">
                  <c:v>0.062</c:v>
                </c:pt>
                <c:pt idx="19">
                  <c:v>0.052</c:v>
                </c:pt>
                <c:pt idx="20">
                  <c:v>0.037</c:v>
                </c:pt>
                <c:pt idx="21">
                  <c:v>0.028</c:v>
                </c:pt>
                <c:pt idx="22">
                  <c:v>0.035</c:v>
                </c:pt>
                <c:pt idx="23">
                  <c:v>0.041</c:v>
                </c:pt>
                <c:pt idx="24">
                  <c:v>0.055</c:v>
                </c:pt>
                <c:pt idx="25">
                  <c:v>0.184</c:v>
                </c:pt>
                <c:pt idx="26">
                  <c:v>0.045</c:v>
                </c:pt>
                <c:pt idx="27">
                  <c:v>0.079</c:v>
                </c:pt>
                <c:pt idx="28">
                  <c:v>0.383</c:v>
                </c:pt>
                <c:pt idx="29">
                  <c:v>0.057</c:v>
                </c:pt>
                <c:pt idx="30">
                  <c:v>0.186</c:v>
                </c:pt>
                <c:pt idx="31">
                  <c:v>0.618</c:v>
                </c:pt>
                <c:pt idx="32">
                  <c:v>0.008</c:v>
                </c:pt>
                <c:pt idx="33">
                  <c:v>0.143</c:v>
                </c:pt>
                <c:pt idx="34">
                  <c:v>0.639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0.576</c:v>
                </c:pt>
                <c:pt idx="39">
                  <c:v>0</c:v>
                </c:pt>
                <c:pt idx="40">
                  <c:v>0.262</c:v>
                </c:pt>
                <c:pt idx="41">
                  <c:v>0.28</c:v>
                </c:pt>
                <c:pt idx="42">
                  <c:v>0.252</c:v>
                </c:pt>
                <c:pt idx="43">
                  <c:v>0.475</c:v>
                </c:pt>
                <c:pt idx="44">
                  <c:v>0.136</c:v>
                </c:pt>
                <c:pt idx="45">
                  <c:v>0.108</c:v>
                </c:pt>
                <c:pt idx="46">
                  <c:v>0.133</c:v>
                </c:pt>
                <c:pt idx="47">
                  <c:v>0.175</c:v>
                </c:pt>
                <c:pt idx="48">
                  <c:v>0.11</c:v>
                </c:pt>
                <c:pt idx="49">
                  <c:v>0.058</c:v>
                </c:pt>
                <c:pt idx="50">
                  <c:v>0.048</c:v>
                </c:pt>
                <c:pt idx="51">
                  <c:v>0.067</c:v>
                </c:pt>
                <c:pt idx="52">
                  <c:v>0.081</c:v>
                </c:pt>
                <c:pt idx="53">
                  <c:v>0.08</c:v>
                </c:pt>
                <c:pt idx="54">
                  <c:v>0.065</c:v>
                </c:pt>
                <c:pt idx="55">
                  <c:v>0.025</c:v>
                </c:pt>
                <c:pt idx="56">
                  <c:v>0.009</c:v>
                </c:pt>
                <c:pt idx="57">
                  <c:v>0.016</c:v>
                </c:pt>
                <c:pt idx="58">
                  <c:v>0.019</c:v>
                </c:pt>
                <c:pt idx="59">
                  <c:v>0.019</c:v>
                </c:pt>
                <c:pt idx="60">
                  <c:v>0.023</c:v>
                </c:pt>
                <c:pt idx="61">
                  <c:v>0.041</c:v>
                </c:pt>
                <c:pt idx="62">
                  <c:v>0.018</c:v>
                </c:pt>
                <c:pt idx="63">
                  <c:v>0.014</c:v>
                </c:pt>
                <c:pt idx="64">
                  <c:v>0.047</c:v>
                </c:pt>
                <c:pt idx="65">
                  <c:v>0.021</c:v>
                </c:pt>
                <c:pt idx="66">
                  <c:v>0.093</c:v>
                </c:pt>
                <c:pt idx="67">
                  <c:v>0.038</c:v>
                </c:pt>
                <c:pt idx="68">
                  <c:v>0.028</c:v>
                </c:pt>
                <c:pt idx="69">
                  <c:v>0.077</c:v>
                </c:pt>
                <c:pt idx="70">
                  <c:v>0.044</c:v>
                </c:pt>
                <c:pt idx="71">
                  <c:v>0.061</c:v>
                </c:pt>
                <c:pt idx="72">
                  <c:v>0.073</c:v>
                </c:pt>
                <c:pt idx="73">
                  <c:v>0.071</c:v>
                </c:pt>
                <c:pt idx="74">
                  <c:v>0.069</c:v>
                </c:pt>
                <c:pt idx="75">
                  <c:v>0.063</c:v>
                </c:pt>
                <c:pt idx="76">
                  <c:v>0.044</c:v>
                </c:pt>
                <c:pt idx="77">
                  <c:v>0.021</c:v>
                </c:pt>
                <c:pt idx="78">
                  <c:v>0.027</c:v>
                </c:pt>
                <c:pt idx="79">
                  <c:v>0.079</c:v>
                </c:pt>
                <c:pt idx="80">
                  <c:v>0.105</c:v>
                </c:pt>
                <c:pt idx="81">
                  <c:v>0.147</c:v>
                </c:pt>
                <c:pt idx="82">
                  <c:v>0.094</c:v>
                </c:pt>
                <c:pt idx="83">
                  <c:v>0.139</c:v>
                </c:pt>
                <c:pt idx="84">
                  <c:v>0.208</c:v>
                </c:pt>
                <c:pt idx="85">
                  <c:v>0.064</c:v>
                </c:pt>
                <c:pt idx="86">
                  <c:v>0.001</c:v>
                </c:pt>
                <c:pt idx="87">
                  <c:v>0.034</c:v>
                </c:pt>
                <c:pt idx="88">
                  <c:v>0.08</c:v>
                </c:pt>
                <c:pt idx="89">
                  <c:v>0.159</c:v>
                </c:pt>
                <c:pt idx="90">
                  <c:v>0.477</c:v>
                </c:pt>
                <c:pt idx="91">
                  <c:v>0</c:v>
                </c:pt>
                <c:pt idx="92">
                  <c:v>1</c:v>
                </c:pt>
                <c:pt idx="93">
                  <c:v>0</c:v>
                </c:pt>
                <c:pt idx="94">
                  <c:v>0.331</c:v>
                </c:pt>
                <c:pt idx="95">
                  <c:v>0.179</c:v>
                </c:pt>
                <c:pt idx="96">
                  <c:v>0.54</c:v>
                </c:pt>
                <c:pt idx="97">
                  <c:v>0.219</c:v>
                </c:pt>
                <c:pt idx="98">
                  <c:v>0.109</c:v>
                </c:pt>
                <c:pt idx="99">
                  <c:v>0.269</c:v>
                </c:pt>
                <c:pt idx="100">
                  <c:v>0.091</c:v>
                </c:pt>
                <c:pt idx="101">
                  <c:v>0.071</c:v>
                </c:pt>
                <c:pt idx="102">
                  <c:v>0.079</c:v>
                </c:pt>
                <c:pt idx="103">
                  <c:v>0.192</c:v>
                </c:pt>
                <c:pt idx="104">
                  <c:v>0.152</c:v>
                </c:pt>
                <c:pt idx="105">
                  <c:v>0.125</c:v>
                </c:pt>
                <c:pt idx="106">
                  <c:v>0.028</c:v>
                </c:pt>
                <c:pt idx="107">
                  <c:v>0.019</c:v>
                </c:pt>
                <c:pt idx="108">
                  <c:v>0.084</c:v>
                </c:pt>
                <c:pt idx="109">
                  <c:v>0.082</c:v>
                </c:pt>
                <c:pt idx="110">
                  <c:v>0.056</c:v>
                </c:pt>
                <c:pt idx="111">
                  <c:v>0.015</c:v>
                </c:pt>
              </c:numCache>
            </c:numRef>
          </c:val>
          <c:smooth val="0"/>
        </c:ser>
        <c:ser>
          <c:idx val="1"/>
          <c:order val="1"/>
          <c:tx>
            <c:v>EMG confirmation</c:v>
          </c:tx>
          <c:spPr>
            <a:ln xmlns:a="http://schemas.openxmlformats.org/drawingml/2006/main" w="38100">
              <a:solidFill>
                <a:srgbClr val="F28C18"/>
              </a:solidFill>
              <a:prstDash val="solid"/>
            </a:ln>
          </c:spPr>
          <c:marker>
            <c:symbol val="none"/>
          </c:marker>
          <c:cat>
            <c:numRef>
              <c:f>'Chart Data'!$C$2:$C$113</c:f>
              <c:numCache>
                <c:formatCode>General</c:formatCode>
                <c:ptCount val="112"/>
                <c:pt idx="0">
                  <c:v>-0.30</c:v>
                </c:pt>
                <c:pt idx="1">
                  <c:v>-0.29</c:v>
                </c:pt>
                <c:pt idx="2">
                  <c:v>-0.28</c:v>
                </c:pt>
                <c:pt idx="3">
                  <c:v>-0.27</c:v>
                </c:pt>
                <c:pt idx="4">
                  <c:v>-0.26</c:v>
                </c:pt>
                <c:pt idx="5">
                  <c:v>-0.25</c:v>
                </c:pt>
                <c:pt idx="6">
                  <c:v>-0.24</c:v>
                </c:pt>
                <c:pt idx="7">
                  <c:v>-0.23</c:v>
                </c:pt>
                <c:pt idx="8">
                  <c:v>-0.22</c:v>
                </c:pt>
                <c:pt idx="9">
                  <c:v>-0.21</c:v>
                </c:pt>
                <c:pt idx="10">
                  <c:v>-0.20</c:v>
                </c:pt>
                <c:pt idx="11">
                  <c:v>-0.19</c:v>
                </c:pt>
                <c:pt idx="12">
                  <c:v>-0.18</c:v>
                </c:pt>
                <c:pt idx="13">
                  <c:v>-0.17</c:v>
                </c:pt>
                <c:pt idx="14">
                  <c:v>-0.16</c:v>
                </c:pt>
                <c:pt idx="15">
                  <c:v>-0.15</c:v>
                </c:pt>
                <c:pt idx="16">
                  <c:v>-0.14</c:v>
                </c:pt>
                <c:pt idx="17">
                  <c:v>-0.13</c:v>
                </c:pt>
                <c:pt idx="18">
                  <c:v>-0.12</c:v>
                </c:pt>
                <c:pt idx="19">
                  <c:v>-0.11</c:v>
                </c:pt>
                <c:pt idx="20">
                  <c:v>-0.10</c:v>
                </c:pt>
                <c:pt idx="21">
                  <c:v>-0.09</c:v>
                </c:pt>
                <c:pt idx="22">
                  <c:v>-0.08</c:v>
                </c:pt>
                <c:pt idx="23">
                  <c:v>-0.07</c:v>
                </c:pt>
                <c:pt idx="24">
                  <c:v>-0.06</c:v>
                </c:pt>
                <c:pt idx="25">
                  <c:v>-0.05</c:v>
                </c:pt>
                <c:pt idx="26">
                  <c:v>-0.04</c:v>
                </c:pt>
                <c:pt idx="27">
                  <c:v>-0.03</c:v>
                </c:pt>
                <c:pt idx="28">
                  <c:v>-0.02</c:v>
                </c:pt>
                <c:pt idx="29">
                  <c:v>-0.01</c:v>
                </c:pt>
                <c:pt idx="30">
                  <c:v>0.00</c:v>
                </c:pt>
                <c:pt idx="31">
                  <c:v>0.01</c:v>
                </c:pt>
                <c:pt idx="32">
                  <c:v>0.02</c:v>
                </c:pt>
                <c:pt idx="33">
                  <c:v>0.03</c:v>
                </c:pt>
                <c:pt idx="34">
                  <c:v>0.04</c:v>
                </c:pt>
                <c:pt idx="35">
                  <c:v>0.05</c:v>
                </c:pt>
                <c:pt idx="36">
                  <c:v>0.06</c:v>
                </c:pt>
                <c:pt idx="37">
                  <c:v>0.07</c:v>
                </c:pt>
                <c:pt idx="38">
                  <c:v>0.08</c:v>
                </c:pt>
                <c:pt idx="39">
                  <c:v>0.09</c:v>
                </c:pt>
                <c:pt idx="40">
                  <c:v>0.10</c:v>
                </c:pt>
                <c:pt idx="41">
                  <c:v>0.11</c:v>
                </c:pt>
                <c:pt idx="42">
                  <c:v>0.12</c:v>
                </c:pt>
                <c:pt idx="43">
                  <c:v>0.13</c:v>
                </c:pt>
                <c:pt idx="44">
                  <c:v>0.14</c:v>
                </c:pt>
                <c:pt idx="45">
                  <c:v>0.15</c:v>
                </c:pt>
                <c:pt idx="46">
                  <c:v>0.16</c:v>
                </c:pt>
                <c:pt idx="47">
                  <c:v>0.17</c:v>
                </c:pt>
                <c:pt idx="48">
                  <c:v>0.18</c:v>
                </c:pt>
                <c:pt idx="49">
                  <c:v>0.19</c:v>
                </c:pt>
                <c:pt idx="50">
                  <c:v>0.20</c:v>
                </c:pt>
                <c:pt idx="51">
                  <c:v>0.21</c:v>
                </c:pt>
                <c:pt idx="52">
                  <c:v>0.22</c:v>
                </c:pt>
                <c:pt idx="53">
                  <c:v>0.23</c:v>
                </c:pt>
                <c:pt idx="54">
                  <c:v>0.24</c:v>
                </c:pt>
                <c:pt idx="55">
                  <c:v>0.25</c:v>
                </c:pt>
                <c:pt idx="56">
                  <c:v>0.26</c:v>
                </c:pt>
                <c:pt idx="57">
                  <c:v>0.27</c:v>
                </c:pt>
                <c:pt idx="58">
                  <c:v>0.28</c:v>
                </c:pt>
                <c:pt idx="59">
                  <c:v>0.29</c:v>
                </c:pt>
                <c:pt idx="60">
                  <c:v>0.30</c:v>
                </c:pt>
                <c:pt idx="61">
                  <c:v>0.31</c:v>
                </c:pt>
                <c:pt idx="62">
                  <c:v>0.32</c:v>
                </c:pt>
                <c:pt idx="63">
                  <c:v>0.33</c:v>
                </c:pt>
                <c:pt idx="64">
                  <c:v>0.34</c:v>
                </c:pt>
                <c:pt idx="65">
                  <c:v>0.35</c:v>
                </c:pt>
                <c:pt idx="66">
                  <c:v>0.36</c:v>
                </c:pt>
                <c:pt idx="67">
                  <c:v>0.37</c:v>
                </c:pt>
                <c:pt idx="68">
                  <c:v>0.38</c:v>
                </c:pt>
                <c:pt idx="69">
                  <c:v>0.39</c:v>
                </c:pt>
                <c:pt idx="70">
                  <c:v>0.40</c:v>
                </c:pt>
                <c:pt idx="71">
                  <c:v>0.41</c:v>
                </c:pt>
                <c:pt idx="72">
                  <c:v>0.42</c:v>
                </c:pt>
                <c:pt idx="73">
                  <c:v>0.43</c:v>
                </c:pt>
                <c:pt idx="74">
                  <c:v>0.44</c:v>
                </c:pt>
                <c:pt idx="75">
                  <c:v>0.45</c:v>
                </c:pt>
                <c:pt idx="76">
                  <c:v>0.46</c:v>
                </c:pt>
                <c:pt idx="77">
                  <c:v>0.47</c:v>
                </c:pt>
                <c:pt idx="78">
                  <c:v>0.48</c:v>
                </c:pt>
                <c:pt idx="79">
                  <c:v>0.49</c:v>
                </c:pt>
                <c:pt idx="80">
                  <c:v>0.50</c:v>
                </c:pt>
                <c:pt idx="81">
                  <c:v>0.51</c:v>
                </c:pt>
                <c:pt idx="82">
                  <c:v>0.52</c:v>
                </c:pt>
                <c:pt idx="83">
                  <c:v>0.53</c:v>
                </c:pt>
                <c:pt idx="84">
                  <c:v>0.54</c:v>
                </c:pt>
                <c:pt idx="85">
                  <c:v>0.55</c:v>
                </c:pt>
                <c:pt idx="86">
                  <c:v>0.56</c:v>
                </c:pt>
                <c:pt idx="87">
                  <c:v>0.57</c:v>
                </c:pt>
                <c:pt idx="88">
                  <c:v>0.58</c:v>
                </c:pt>
                <c:pt idx="89">
                  <c:v>0.59</c:v>
                </c:pt>
                <c:pt idx="90">
                  <c:v>0.60</c:v>
                </c:pt>
                <c:pt idx="91">
                  <c:v>0.61</c:v>
                </c:pt>
                <c:pt idx="92">
                  <c:v>0.62</c:v>
                </c:pt>
                <c:pt idx="93">
                  <c:v>0.63</c:v>
                </c:pt>
                <c:pt idx="94">
                  <c:v>0.64</c:v>
                </c:pt>
                <c:pt idx="95">
                  <c:v>0.65</c:v>
                </c:pt>
                <c:pt idx="96">
                  <c:v>0.66</c:v>
                </c:pt>
                <c:pt idx="97">
                  <c:v>0.67</c:v>
                </c:pt>
                <c:pt idx="98">
                  <c:v>0.68</c:v>
                </c:pt>
                <c:pt idx="99">
                  <c:v>0.69</c:v>
                </c:pt>
                <c:pt idx="100">
                  <c:v>0.70</c:v>
                </c:pt>
                <c:pt idx="101">
                  <c:v>0.71</c:v>
                </c:pt>
                <c:pt idx="102">
                  <c:v>0.72</c:v>
                </c:pt>
                <c:pt idx="103">
                  <c:v>0.73</c:v>
                </c:pt>
                <c:pt idx="104">
                  <c:v>0.74</c:v>
                </c:pt>
                <c:pt idx="105">
                  <c:v>0.75</c:v>
                </c:pt>
                <c:pt idx="106">
                  <c:v>0.76</c:v>
                </c:pt>
                <c:pt idx="107">
                  <c:v>0.77</c:v>
                </c:pt>
                <c:pt idx="108">
                  <c:v>0.78</c:v>
                </c:pt>
                <c:pt idx="109">
                  <c:v>0.79</c:v>
                </c:pt>
                <c:pt idx="110">
                  <c:v>0.80</c:v>
                </c:pt>
                <c:pt idx="111">
                  <c:v>0.81</c:v>
                </c:pt>
              </c:numCache>
            </c:numRef>
          </c:cat>
          <c:val>
            <c:numRef>
              <c:f>'Chart Data'!$D$2:$D$113</c:f>
              <c:numCache>
                <c:formatCode>General</c:formatCode>
                <c:ptCount val="1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0.07</c:v>
                </c:pt>
                <c:pt idx="15">
                  <c:v>0.07</c:v>
                </c:pt>
                <c:pt idx="16">
                  <c:v>0.07</c:v>
                </c:pt>
                <c:pt idx="17">
                  <c:v>0.07</c:v>
                </c:pt>
                <c:pt idx="18">
                  <c:v>0.047</c:v>
                </c:pt>
                <c:pt idx="19">
                  <c:v>0.047</c:v>
                </c:pt>
                <c:pt idx="20">
                  <c:v>0.047</c:v>
                </c:pt>
                <c:pt idx="21">
                  <c:v>0.047</c:v>
                </c:pt>
                <c:pt idx="22">
                  <c:v>0.023</c:v>
                </c:pt>
                <c:pt idx="23">
                  <c:v>0.047</c:v>
                </c:pt>
                <c:pt idx="24">
                  <c:v>0.023</c:v>
                </c:pt>
                <c:pt idx="25">
                  <c:v>0.07</c:v>
                </c:pt>
                <c:pt idx="26">
                  <c:v>0.093</c:v>
                </c:pt>
                <c:pt idx="27">
                  <c:v>0.093</c:v>
                </c:pt>
                <c:pt idx="28">
                  <c:v>0.093</c:v>
                </c:pt>
                <c:pt idx="29">
                  <c:v>0.093</c:v>
                </c:pt>
                <c:pt idx="30">
                  <c:v>0.442</c:v>
                </c:pt>
                <c:pt idx="31">
                  <c:v>0.395</c:v>
                </c:pt>
                <c:pt idx="32">
                  <c:v>0.395</c:v>
                </c:pt>
                <c:pt idx="33">
                  <c:v>0.349</c:v>
                </c:pt>
                <c:pt idx="34">
                  <c:v>0.326</c:v>
                </c:pt>
                <c:pt idx="35">
                  <c:v>0.372</c:v>
                </c:pt>
                <c:pt idx="36">
                  <c:v>0.349</c:v>
                </c:pt>
                <c:pt idx="37">
                  <c:v>0.326</c:v>
                </c:pt>
                <c:pt idx="38">
                  <c:v>0.326</c:v>
                </c:pt>
                <c:pt idx="39">
                  <c:v>0.279</c:v>
                </c:pt>
                <c:pt idx="40">
                  <c:v>0.349</c:v>
                </c:pt>
                <c:pt idx="41">
                  <c:v>0.326</c:v>
                </c:pt>
                <c:pt idx="42">
                  <c:v>0.302</c:v>
                </c:pt>
                <c:pt idx="43">
                  <c:v>0.279</c:v>
                </c:pt>
                <c:pt idx="44">
                  <c:v>0.256</c:v>
                </c:pt>
                <c:pt idx="45">
                  <c:v>0.256</c:v>
                </c:pt>
                <c:pt idx="46">
                  <c:v>0.256</c:v>
                </c:pt>
                <c:pt idx="47">
                  <c:v>0.209</c:v>
                </c:pt>
                <c:pt idx="48">
                  <c:v>0.186</c:v>
                </c:pt>
                <c:pt idx="49">
                  <c:v>0.163</c:v>
                </c:pt>
                <c:pt idx="50">
                  <c:v>0.186</c:v>
                </c:pt>
                <c:pt idx="51">
                  <c:v>0.163</c:v>
                </c:pt>
                <c:pt idx="52">
                  <c:v>0.14</c:v>
                </c:pt>
                <c:pt idx="53">
                  <c:v>0.116</c:v>
                </c:pt>
                <c:pt idx="54">
                  <c:v>0.116</c:v>
                </c:pt>
                <c:pt idx="55">
                  <c:v>0.116</c:v>
                </c:pt>
                <c:pt idx="56">
                  <c:v>0.093</c:v>
                </c:pt>
                <c:pt idx="57">
                  <c:v>0.093</c:v>
                </c:pt>
                <c:pt idx="58">
                  <c:v>0.093</c:v>
                </c:pt>
                <c:pt idx="59">
                  <c:v>0.093</c:v>
                </c:pt>
                <c:pt idx="60">
                  <c:v>0.07</c:v>
                </c:pt>
                <c:pt idx="61">
                  <c:v>0.07</c:v>
                </c:pt>
                <c:pt idx="62">
                  <c:v>0.07</c:v>
                </c:pt>
                <c:pt idx="63">
                  <c:v>0.047</c:v>
                </c:pt>
                <c:pt idx="64">
                  <c:v>0.047</c:v>
                </c:pt>
                <c:pt idx="65">
                  <c:v>0.023</c:v>
                </c:pt>
                <c:pt idx="66">
                  <c:v>0.023</c:v>
                </c:pt>
                <c:pt idx="67">
                  <c:v>0.023</c:v>
                </c:pt>
                <c:pt idx="68">
                  <c:v>0.023</c:v>
                </c:pt>
                <c:pt idx="69">
                  <c:v>0.163</c:v>
                </c:pt>
                <c:pt idx="70">
                  <c:v>0.163</c:v>
                </c:pt>
                <c:pt idx="71">
                  <c:v>0.163</c:v>
                </c:pt>
                <c:pt idx="72">
                  <c:v>0.163</c:v>
                </c:pt>
                <c:pt idx="73">
                  <c:v>0.163</c:v>
                </c:pt>
                <c:pt idx="74">
                  <c:v>0.163</c:v>
                </c:pt>
                <c:pt idx="75">
                  <c:v>0.163</c:v>
                </c:pt>
                <c:pt idx="76">
                  <c:v>0.163</c:v>
                </c:pt>
                <c:pt idx="77">
                  <c:v>0.163</c:v>
                </c:pt>
                <c:pt idx="78">
                  <c:v>0.163</c:v>
                </c:pt>
                <c:pt idx="79">
                  <c:v>0.163</c:v>
                </c:pt>
                <c:pt idx="80">
                  <c:v>0.163</c:v>
                </c:pt>
                <c:pt idx="81">
                  <c:v>0.163</c:v>
                </c:pt>
                <c:pt idx="82">
                  <c:v>0</c:v>
                </c:pt>
                <c:pt idx="83">
                  <c:v>0.14</c:v>
                </c:pt>
                <c:pt idx="84">
                  <c:v>0.302</c:v>
                </c:pt>
                <c:pt idx="85">
                  <c:v>0.44</c:v>
                </c:pt>
                <c:pt idx="86">
                  <c:v>0.5</c:v>
                </c:pt>
                <c:pt idx="87">
                  <c:v>0.66</c:v>
                </c:pt>
                <c:pt idx="88">
                  <c:v>0.628</c:v>
                </c:pt>
                <c:pt idx="89">
                  <c:v>0.66</c:v>
                </c:pt>
                <c:pt idx="90">
                  <c:v>0.66</c:v>
                </c:pt>
                <c:pt idx="91">
                  <c:v>0.68</c:v>
                </c:pt>
                <c:pt idx="92">
                  <c:v>0.74</c:v>
                </c:pt>
                <c:pt idx="93">
                  <c:v>0.68</c:v>
                </c:pt>
                <c:pt idx="94">
                  <c:v>0.66</c:v>
                </c:pt>
                <c:pt idx="95">
                  <c:v>0.6</c:v>
                </c:pt>
                <c:pt idx="96">
                  <c:v>0.58</c:v>
                </c:pt>
                <c:pt idx="97">
                  <c:v>0.52</c:v>
                </c:pt>
                <c:pt idx="98">
                  <c:v>0.5</c:v>
                </c:pt>
                <c:pt idx="99">
                  <c:v>0.46</c:v>
                </c:pt>
                <c:pt idx="100">
                  <c:v>0.46</c:v>
                </c:pt>
                <c:pt idx="101">
                  <c:v>0.52</c:v>
                </c:pt>
                <c:pt idx="102">
                  <c:v>0.48</c:v>
                </c:pt>
                <c:pt idx="103">
                  <c:v>0.54</c:v>
                </c:pt>
                <c:pt idx="104">
                  <c:v>0.68</c:v>
                </c:pt>
                <c:pt idx="105">
                  <c:v>0.64</c:v>
                </c:pt>
                <c:pt idx="106">
                  <c:v>0.66</c:v>
                </c:pt>
                <c:pt idx="107">
                  <c:v>0.72</c:v>
                </c:pt>
                <c:pt idx="108">
                  <c:v>0.66</c:v>
                </c:pt>
                <c:pt idx="109">
                  <c:v>0.64</c:v>
                </c:pt>
                <c:pt idx="110">
                  <c:v>0.6</c:v>
                </c:pt>
                <c:pt idx="111">
                  <c:v>0.56</c:v>
                </c:pt>
              </c:numCache>
            </c:numRef>
          </c:val>
          <c:smooth val="0"/>
        </c:ser>
        <c:ser>
          <c:idx val="2"/>
          <c:order val="2"/>
          <c:tx>
            <c:v>EMG threshold</c:v>
          </c:tx>
          <c:spPr>
            <a:ln xmlns:a="http://schemas.openxmlformats.org/drawingml/2006/main" w="19050">
              <a:solidFill>
                <a:srgbClr val="A76512"/>
              </a:solidFill>
              <a:prstDash val="dash"/>
            </a:ln>
          </c:spPr>
          <c:marker>
            <c:symbol val="none"/>
          </c:marker>
          <c:cat>
            <c:numRef>
              <c:f>'Chart Data'!$E$2:$E$113</c:f>
              <c:numCache>
                <c:formatCode>General</c:formatCode>
                <c:ptCount val="112"/>
                <c:pt idx="0">
                  <c:v>-0.30</c:v>
                </c:pt>
                <c:pt idx="1">
                  <c:v>-0.29</c:v>
                </c:pt>
                <c:pt idx="2">
                  <c:v>-0.28</c:v>
                </c:pt>
                <c:pt idx="3">
                  <c:v>-0.27</c:v>
                </c:pt>
                <c:pt idx="4">
                  <c:v>-0.26</c:v>
                </c:pt>
                <c:pt idx="5">
                  <c:v>-0.25</c:v>
                </c:pt>
                <c:pt idx="6">
                  <c:v>-0.24</c:v>
                </c:pt>
                <c:pt idx="7">
                  <c:v>-0.23</c:v>
                </c:pt>
                <c:pt idx="8">
                  <c:v>-0.22</c:v>
                </c:pt>
                <c:pt idx="9">
                  <c:v>-0.21</c:v>
                </c:pt>
                <c:pt idx="10">
                  <c:v>-0.20</c:v>
                </c:pt>
                <c:pt idx="11">
                  <c:v>-0.19</c:v>
                </c:pt>
                <c:pt idx="12">
                  <c:v>-0.18</c:v>
                </c:pt>
                <c:pt idx="13">
                  <c:v>-0.17</c:v>
                </c:pt>
                <c:pt idx="14">
                  <c:v>-0.16</c:v>
                </c:pt>
                <c:pt idx="15">
                  <c:v>-0.15</c:v>
                </c:pt>
                <c:pt idx="16">
                  <c:v>-0.14</c:v>
                </c:pt>
                <c:pt idx="17">
                  <c:v>-0.13</c:v>
                </c:pt>
                <c:pt idx="18">
                  <c:v>-0.12</c:v>
                </c:pt>
                <c:pt idx="19">
                  <c:v>-0.11</c:v>
                </c:pt>
                <c:pt idx="20">
                  <c:v>-0.10</c:v>
                </c:pt>
                <c:pt idx="21">
                  <c:v>-0.09</c:v>
                </c:pt>
                <c:pt idx="22">
                  <c:v>-0.08</c:v>
                </c:pt>
                <c:pt idx="23">
                  <c:v>-0.07</c:v>
                </c:pt>
                <c:pt idx="24">
                  <c:v>-0.06</c:v>
                </c:pt>
                <c:pt idx="25">
                  <c:v>-0.05</c:v>
                </c:pt>
                <c:pt idx="26">
                  <c:v>-0.04</c:v>
                </c:pt>
                <c:pt idx="27">
                  <c:v>-0.03</c:v>
                </c:pt>
                <c:pt idx="28">
                  <c:v>-0.02</c:v>
                </c:pt>
                <c:pt idx="29">
                  <c:v>-0.01</c:v>
                </c:pt>
                <c:pt idx="30">
                  <c:v>0.00</c:v>
                </c:pt>
                <c:pt idx="31">
                  <c:v>0.01</c:v>
                </c:pt>
                <c:pt idx="32">
                  <c:v>0.02</c:v>
                </c:pt>
                <c:pt idx="33">
                  <c:v>0.03</c:v>
                </c:pt>
                <c:pt idx="34">
                  <c:v>0.04</c:v>
                </c:pt>
                <c:pt idx="35">
                  <c:v>0.05</c:v>
                </c:pt>
                <c:pt idx="36">
                  <c:v>0.06</c:v>
                </c:pt>
                <c:pt idx="37">
                  <c:v>0.07</c:v>
                </c:pt>
                <c:pt idx="38">
                  <c:v>0.08</c:v>
                </c:pt>
                <c:pt idx="39">
                  <c:v>0.09</c:v>
                </c:pt>
                <c:pt idx="40">
                  <c:v>0.10</c:v>
                </c:pt>
                <c:pt idx="41">
                  <c:v>0.11</c:v>
                </c:pt>
                <c:pt idx="42">
                  <c:v>0.12</c:v>
                </c:pt>
                <c:pt idx="43">
                  <c:v>0.13</c:v>
                </c:pt>
                <c:pt idx="44">
                  <c:v>0.14</c:v>
                </c:pt>
                <c:pt idx="45">
                  <c:v>0.15</c:v>
                </c:pt>
                <c:pt idx="46">
                  <c:v>0.16</c:v>
                </c:pt>
                <c:pt idx="47">
                  <c:v>0.17</c:v>
                </c:pt>
                <c:pt idx="48">
                  <c:v>0.18</c:v>
                </c:pt>
                <c:pt idx="49">
                  <c:v>0.19</c:v>
                </c:pt>
                <c:pt idx="50">
                  <c:v>0.20</c:v>
                </c:pt>
                <c:pt idx="51">
                  <c:v>0.21</c:v>
                </c:pt>
                <c:pt idx="52">
                  <c:v>0.22</c:v>
                </c:pt>
                <c:pt idx="53">
                  <c:v>0.23</c:v>
                </c:pt>
                <c:pt idx="54">
                  <c:v>0.24</c:v>
                </c:pt>
                <c:pt idx="55">
                  <c:v>0.25</c:v>
                </c:pt>
                <c:pt idx="56">
                  <c:v>0.26</c:v>
                </c:pt>
                <c:pt idx="57">
                  <c:v>0.27</c:v>
                </c:pt>
                <c:pt idx="58">
                  <c:v>0.28</c:v>
                </c:pt>
                <c:pt idx="59">
                  <c:v>0.29</c:v>
                </c:pt>
                <c:pt idx="60">
                  <c:v>0.30</c:v>
                </c:pt>
                <c:pt idx="61">
                  <c:v>0.31</c:v>
                </c:pt>
                <c:pt idx="62">
                  <c:v>0.32</c:v>
                </c:pt>
                <c:pt idx="63">
                  <c:v>0.33</c:v>
                </c:pt>
                <c:pt idx="64">
                  <c:v>0.34</c:v>
                </c:pt>
                <c:pt idx="65">
                  <c:v>0.35</c:v>
                </c:pt>
                <c:pt idx="66">
                  <c:v>0.36</c:v>
                </c:pt>
                <c:pt idx="67">
                  <c:v>0.37</c:v>
                </c:pt>
                <c:pt idx="68">
                  <c:v>0.38</c:v>
                </c:pt>
                <c:pt idx="69">
                  <c:v>0.39</c:v>
                </c:pt>
                <c:pt idx="70">
                  <c:v>0.40</c:v>
                </c:pt>
                <c:pt idx="71">
                  <c:v>0.41</c:v>
                </c:pt>
                <c:pt idx="72">
                  <c:v>0.42</c:v>
                </c:pt>
                <c:pt idx="73">
                  <c:v>0.43</c:v>
                </c:pt>
                <c:pt idx="74">
                  <c:v>0.44</c:v>
                </c:pt>
                <c:pt idx="75">
                  <c:v>0.45</c:v>
                </c:pt>
                <c:pt idx="76">
                  <c:v>0.46</c:v>
                </c:pt>
                <c:pt idx="77">
                  <c:v>0.47</c:v>
                </c:pt>
                <c:pt idx="78">
                  <c:v>0.48</c:v>
                </c:pt>
                <c:pt idx="79">
                  <c:v>0.49</c:v>
                </c:pt>
                <c:pt idx="80">
                  <c:v>0.50</c:v>
                </c:pt>
                <c:pt idx="81">
                  <c:v>0.51</c:v>
                </c:pt>
                <c:pt idx="82">
                  <c:v>0.52</c:v>
                </c:pt>
                <c:pt idx="83">
                  <c:v>0.53</c:v>
                </c:pt>
                <c:pt idx="84">
                  <c:v>0.54</c:v>
                </c:pt>
                <c:pt idx="85">
                  <c:v>0.55</c:v>
                </c:pt>
                <c:pt idx="86">
                  <c:v>0.56</c:v>
                </c:pt>
                <c:pt idx="87">
                  <c:v>0.57</c:v>
                </c:pt>
                <c:pt idx="88">
                  <c:v>0.58</c:v>
                </c:pt>
                <c:pt idx="89">
                  <c:v>0.59</c:v>
                </c:pt>
                <c:pt idx="90">
                  <c:v>0.60</c:v>
                </c:pt>
                <c:pt idx="91">
                  <c:v>0.61</c:v>
                </c:pt>
                <c:pt idx="92">
                  <c:v>0.62</c:v>
                </c:pt>
                <c:pt idx="93">
                  <c:v>0.63</c:v>
                </c:pt>
                <c:pt idx="94">
                  <c:v>0.64</c:v>
                </c:pt>
                <c:pt idx="95">
                  <c:v>0.65</c:v>
                </c:pt>
                <c:pt idx="96">
                  <c:v>0.66</c:v>
                </c:pt>
                <c:pt idx="97">
                  <c:v>0.67</c:v>
                </c:pt>
                <c:pt idx="98">
                  <c:v>0.68</c:v>
                </c:pt>
                <c:pt idx="99">
                  <c:v>0.69</c:v>
                </c:pt>
                <c:pt idx="100">
                  <c:v>0.70</c:v>
                </c:pt>
                <c:pt idx="101">
                  <c:v>0.71</c:v>
                </c:pt>
                <c:pt idx="102">
                  <c:v>0.72</c:v>
                </c:pt>
                <c:pt idx="103">
                  <c:v>0.73</c:v>
                </c:pt>
                <c:pt idx="104">
                  <c:v>0.74</c:v>
                </c:pt>
                <c:pt idx="105">
                  <c:v>0.75</c:v>
                </c:pt>
                <c:pt idx="106">
                  <c:v>0.76</c:v>
                </c:pt>
                <c:pt idx="107">
                  <c:v>0.77</c:v>
                </c:pt>
                <c:pt idx="108">
                  <c:v>0.78</c:v>
                </c:pt>
                <c:pt idx="109">
                  <c:v>0.79</c:v>
                </c:pt>
                <c:pt idx="110">
                  <c:v>0.80</c:v>
                </c:pt>
                <c:pt idx="111">
                  <c:v>0.81</c:v>
                </c:pt>
              </c:numCache>
            </c:numRef>
          </c:cat>
          <c:val>
            <c:numRef>
              <c:f>'Chart Data'!$F$2:$F$113</c:f>
              <c:numCache>
                <c:formatCode>General</c:formatCode>
                <c:ptCount val="112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 b="1">
                    <a:solidFill>
                      <a:srgbClr val="17243B"/>
                    </a:solidFill>
                    <a:latin typeface="Arial"/>
                    <a:ea typeface="Arial"/>
                    <a:cs typeface="Arial"/>
                  </a:rPr>
                  <a:t>Time relative to accepted decision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E0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 b="1">
                    <a:solidFill>
                      <a:srgbClr val="17243B"/>
                    </a:solidFill>
                    <a:latin typeface="Arial"/>
                    <a:ea typeface="Arial"/>
                    <a:cs typeface="Arial"/>
                  </a:rPr>
                  <a:t>Normalized sensor evidence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8FB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0">
              <a:solidFill>
                <a:srgbClr val="17243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Correct-drum accuracy</c:v>
          </c:tx>
          <c:spPr>
            <a:solidFill xmlns:a="http://schemas.openxmlformats.org/drawingml/2006/main">
              <a:srgbClr val="D94D4D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IMU
only</c:v>
                </c:pt>
                <c:pt idx="1">
                  <c:v>EMG
only</c:v>
                </c:pt>
                <c:pt idx="2">
                  <c:v>IMU + EMG
rule-based</c:v>
                </c:pt>
                <c:pt idx="3">
                  <c:v>IMU + EMG
ML</c:v>
                </c:pt>
                <c:pt idx="4">
                  <c:v>Rule + ML
hybrid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End-to-end latency</c:v>
          </c:tx>
          <c:spPr>
            <a:solidFill xmlns:a="http://schemas.openxmlformats.org/drawingml/2006/main">
              <a:srgbClr val="13A8F2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IMU
only</c:v>
                </c:pt>
                <c:pt idx="1">
                  <c:v>EMG
only</c:v>
                </c:pt>
                <c:pt idx="2">
                  <c:v>IMU + EMG
rule-based</c:v>
                </c:pt>
                <c:pt idx="3">
                  <c:v>IMU + EMG
ML</c:v>
                </c:pt>
                <c:pt idx="4">
                  <c:v>Rule + ML
hybrid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v>Median decision delay</c:v>
          </c:tx>
          <c:spPr>
            <a:solidFill xmlns:a="http://schemas.openxmlformats.org/drawingml/2006/main">
              <a:srgbClr val="7656C9"/>
            </a:solidFill>
          </c:spPr>
          <c:invertIfNegative val="0"/>
          <c:cat>
            <c:strRef>
              <c:f>'Chart Data'!$E$2:$E$6</c:f>
              <c:strCache>
                <c:ptCount val="5"/>
                <c:pt idx="0">
                  <c:v>IMU
only</c:v>
                </c:pt>
                <c:pt idx="1">
                  <c:v>EMG
only</c:v>
                </c:pt>
                <c:pt idx="2">
                  <c:v>IMU + EMG
rule-based</c:v>
                </c:pt>
                <c:pt idx="3">
                  <c:v>IMU + EMG
ML</c:v>
                </c:pt>
                <c:pt idx="4">
                  <c:v>Rule + ML
hybrid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100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v>Noise rejection</c:v>
          </c:tx>
          <c:spPr>
            <a:solidFill xmlns:a="http://schemas.openxmlformats.org/drawingml/2006/main">
              <a:srgbClr val="F28C18"/>
            </a:solidFill>
          </c:spPr>
          <c:invertIfNegative val="0"/>
          <c:cat>
            <c:strRef>
              <c:f>'Chart Data'!$G$2:$G$6</c:f>
              <c:strCache>
                <c:ptCount val="5"/>
                <c:pt idx="0">
                  <c:v>IMU
only</c:v>
                </c:pt>
                <c:pt idx="1">
                  <c:v>EMG
only</c:v>
                </c:pt>
                <c:pt idx="2">
                  <c:v>IMU + EMG
rule-based</c:v>
                </c:pt>
                <c:pt idx="3">
                  <c:v>IMU + EMG
ML</c:v>
                </c:pt>
                <c:pt idx="4">
                  <c:v>Rule + ML
hybrid</c:v>
                </c:pt>
              </c:strCache>
            </c:strRef>
          </c:cat>
          <c:val>
            <c:numRef>
              <c:f>'Chart Data'!$H$2:$H$6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v>Simultaneous-hit success</c:v>
          </c:tx>
          <c:spPr>
            <a:solidFill xmlns:a="http://schemas.openxmlformats.org/drawingml/2006/main">
              <a:srgbClr val="2E9B57"/>
            </a:solidFill>
          </c:spPr>
          <c:invertIfNegative val="0"/>
          <c:cat>
            <c:strRef>
              <c:f>'Chart Data'!$I$2:$I$6</c:f>
              <c:strCache>
                <c:ptCount val="5"/>
                <c:pt idx="0">
                  <c:v>IMU
only</c:v>
                </c:pt>
                <c:pt idx="1">
                  <c:v>EMG
only</c:v>
                </c:pt>
                <c:pt idx="2">
                  <c:v>IMU + EMG
rule-based</c:v>
                </c:pt>
                <c:pt idx="3">
                  <c:v>IMU + EMG
ML</c:v>
                </c:pt>
                <c:pt idx="4">
                  <c:v>Rule + ML
hybrid</c:v>
                </c:pt>
              </c:strCache>
            </c:strRef>
          </c:cat>
          <c:val>
            <c:numRef>
              <c:f>'Chart Data'!$J$2:$J$6</c:f>
              <c:numCache>
                <c:formatCode>General</c:formatCode>
                <c:ptCount val="5"/>
                <c:pt idx="0">
                  <c:v>50</c:v>
                </c:pt>
                <c:pt idx="1">
                  <c:v>0</c:v>
                </c:pt>
                <c:pt idx="2">
                  <c:v>50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E0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 b="1">
                    <a:solidFill>
                      <a:srgbClr val="17243B"/>
                    </a:solidFill>
                    <a:latin typeface="Arial"/>
                    <a:ea typeface="Arial"/>
                    <a:cs typeface="Arial"/>
                  </a:rPr>
                  <a:t>Validated evidence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43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8FB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38" b="0">
              <a:solidFill>
                <a:srgbClr val="17243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2C6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D66B261-5CA4-432D-AFC9-334F45B8EE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fbfc6a7744618"/>
          <a:srcRect xmlns:a="http://schemas.openxmlformats.org/drawingml/2006/main" l="0" t="90" r="0" b="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276000" cy="2138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8783E-B07F-4118-A43B-CBF23D03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"/>
            <a:ext cx="29704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756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C1FA6-8652-4B85-824D-0F76B66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095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DE755-2301-42DB-BBC6-7A91101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1400" y="361950"/>
            <a:ext cx="2057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3013B-F25D-42DB-936D-9C3716AF0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67adef5f64fb9"/>
          <a:stretch xmlns:a="http://schemas.openxmlformats.org/drawingml/2006/main"/>
        </p:blipFill>
        <p:spPr>
          <a:xfrm xmlns:a="http://schemas.openxmlformats.org/drawingml/2006/main">
            <a:off x="770534" y="457200"/>
            <a:ext cx="1468833" cy="13525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CE2F3-B827-4DE0-810D-3E6276A3E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d602089ad4250"/>
          <a:stretch xmlns:a="http://schemas.openxmlformats.org/drawingml/2006/main"/>
        </p:blipFill>
        <p:spPr>
          <a:xfrm xmlns:a="http://schemas.openxmlformats.org/drawingml/2006/main">
            <a:off x="28072427" y="476250"/>
            <a:ext cx="1435346" cy="1295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37609-1D0B-4416-B823-82BFFD7C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"/>
            <a:ext cx="2456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28"/>
          </a:bodyPr>
          <a:lstStyle xmlns:a="http://schemas.openxmlformats.org/drawingml/2006/main">
            <a:defPPr algn="ctr">
              <a:defRPr sz="435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756C8"/>
                </a:solidFill>
                <a:latin typeface="Arial"/>
                <a:ea typeface="Arial"/>
                <a:cs typeface="Arial"/>
              </a:rPr>
              <a:t>MYODRUM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857CF-6C27-4E1B-8F4A-83463504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00125"/>
            <a:ext cx="2456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56C8"/>
                </a:solidFill>
                <a:latin typeface="Arial"/>
                <a:ea typeface="Arial"/>
                <a:cs typeface="Arial"/>
              </a:rPr>
              <a:t>A muscle-controlled virtual instrument using EMG and IMU sensing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952EC-5DF7-4F41-A02F-743897C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33525"/>
            <a:ext cx="2303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072C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072C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2C6C"/>
                </a:solidFill>
                <a:latin typeface="Arial"/>
                <a:ea typeface="Arial"/>
                <a:cs typeface="Arial"/>
              </a:rPr>
              <a:t>[Author full name 1]   |   [Author full name 2]   |   Project 26P02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9D542-9AE6-4E9A-BC74-1D42A098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7143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3BC37-9105-4B3A-A938-9DF94FE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019A6-3934-4F12-98F8-62A4AD95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714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8C18A-4EC4-4C8D-8D04-B0D9B03F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683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MyoDrum?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7028B-2678-4A18-A3B4-F2A9294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6648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88889"/>
          </a:bodyPr>
          <a:lstStyle xmlns:a="http://schemas.openxmlformats.org/drawingml/2006/main">
            <a:defPPr algn="ctr">
              <a:defRPr sz="1875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3B"/>
                </a:solidFill>
                <a:latin typeface="Arial"/>
                <a:ea typeface="Arial"/>
                <a:cs typeface="Arial"/>
              </a:rPr>
              <a:t>Can muscle activity and arm motion identify intentional air-drumming strikes and choose a virtual drum quickly enough for interactive play?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50208-523A-4A77-B987-16C44BA5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645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5916"/>
          </a:bodyPr>
          <a:lstStyle xmlns:a="http://schemas.openxmlformats.org/drawingml/2006/main">
            <a:defPPr algn="ctr">
              <a:defRPr sz="165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82"/>
                </a:solidFill>
                <a:latin typeface="Arial"/>
                <a:ea typeface="Arial"/>
                <a:cs typeface="Arial"/>
              </a:rPr>
              <a:t>Goal: an affordable wearable instrument that turns natural drumming gestures into sound.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CF3B2-80C5-49E8-85DB-4E67A9F23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1897c54304e61"/>
          <a:srcRect xmlns:a="http://schemas.openxmlformats.org/drawingml/2006/main" l="0" t="24000" r="0" b="2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857750"/>
            <a:ext cx="7143750" cy="495300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CFC2F-5D77-4FCF-BBA2-B1CE1070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829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TWO-STICK 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B5A04-CA1B-4FAF-8130-71C26831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91650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2C6C"/>
          </a:solidFill>
          <a:ln xmlns:a="http://schemas.openxmlformats.org/drawingml/2006/main" w="0">
            <a:solidFill>
              <a:srgbClr val="072C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A782F-34FA-48D2-AFDB-DC398725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4488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MPU6050 sensors + four active EMG 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131A3-886F-4A81-B91D-059E1DE5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0"/>
            <a:ext cx="71437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5AB11-B074-4B5D-BE3B-3060AD5ECF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3b7d3c07a4f58"/>
          <a:srcRect xmlns:a="http://schemas.openxmlformats.org/drawingml/2006/main" l="0" t="19118" r="0" b="19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0153650"/>
            <a:ext cx="2914650" cy="240030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496AB-0277-4861-8741-B69138FC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1727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8C18"/>
                </a:solidFill>
                <a:latin typeface="Arial"/>
                <a:ea typeface="Arial"/>
                <a:cs typeface="Arial"/>
              </a:rPr>
              <a:t>FOUR EMG CHANNELS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14ADB-F4C8-448D-B966-462468D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610850"/>
            <a:ext cx="666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7997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20BEF-8DC9-4A61-AC84-E60FB381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610850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Left forearm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D88A0-F750-41D1-A6D5-48C9588B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10900"/>
            <a:ext cx="666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7997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D6818-3328-409C-8EFE-A24E1CA1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010900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Left triceps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EB3BE-D857-4E42-8192-FF3E303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410950"/>
            <a:ext cx="666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7997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C2E87-0D12-457A-9740-ACA2EA99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410950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Right forearm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0130B3-618E-4EDE-A7D1-85F898A2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811000"/>
            <a:ext cx="666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7997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AEE65-84B3-494F-84C5-B2EF8960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811000"/>
            <a:ext cx="262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Right triceps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A831B2-E7A9-45E1-9257-602DFB91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2682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09"/>
          </a:bodyPr>
          <a:lstStyle xmlns:a="http://schemas.openxmlformats.org/drawingml/2006/main">
            <a:defPPr algn="l">
              <a:defRPr sz="120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82"/>
                </a:solidFill>
                <a:latin typeface="Arial"/>
                <a:ea typeface="Arial"/>
                <a:cs typeface="Arial"/>
              </a:rPr>
              <a:t>Six-channel expansion follows the four-channel comparison.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2656E-9ED8-4D9C-8A38-DB2DE422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35255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6F4F8B-E951-483F-B04C-46478697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352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AC1351-7434-4FF7-8A53-C6D3C89B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B36A0D-5E16-4D24-85F5-36204AE0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1725"/>
            <a:ext cx="1322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MyoDrum works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D1E86E-9D9D-4990-843D-E5C52605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EMG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muscle activity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8EFF4B-396B-4FC1-8FA4-29155927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3A8F2"/>
          </a:solidFill>
          <a:ln xmlns:a="http://schemas.openxmlformats.org/drawingml/2006/main" w="0">
            <a:solidFill>
              <a:srgbClr val="13A8F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IMU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stick movement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862731-E81A-402F-B855-46658EC8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48050"/>
            <a:ext cx="8382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1C4944-9A21-4DB3-ACDE-4032D70B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686300"/>
            <a:ext cx="8382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A8F2"/>
          </a:solidFill>
          <a:ln xmlns:a="http://schemas.openxmlformats.org/drawingml/2006/main" w="0">
            <a:solidFill>
              <a:srgbClr val="13A8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F83E14-ED85-409F-8FD6-017290FF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705225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7656C9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SYNCHRONIZED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SENSOR WINDOW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72D959-481A-4868-B313-D200211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4057650"/>
            <a:ext cx="7810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7656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FA75C4-1A9E-406D-9DD4-4A7149E0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370522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FFDE77-3CCE-4665-86EE-FEC2C1C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4057650"/>
            <a:ext cx="6667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E0F53C-AB31-43EE-967C-B69D963D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350" y="3705225"/>
            <a:ext cx="1485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51EF13-DABD-44C6-BE8B-D9A48831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9115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6752"/>
          </a:bodyPr>
          <a:lstStyle xmlns:a="http://schemas.openxmlformats.org/drawingml/2006/main">
            <a:defPPr algn="ctr">
              <a:defRPr sz="165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56C8"/>
                </a:solidFill>
                <a:latin typeface="Arial"/>
                <a:ea typeface="Arial"/>
                <a:cs typeface="Arial"/>
              </a:rPr>
              <a:t>The IMU describes what the stick did. EMG helps decide whether the movement was intentional.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34ECD7-98A4-4F73-AD7A-0F0957AB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0007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2E9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E9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9B57"/>
                </a:solidFill>
                <a:latin typeface="Arial"/>
                <a:ea typeface="Arial"/>
                <a:cs typeface="Arial"/>
              </a:rPr>
              <a:t>KICK  •  SNARE  •  CRASH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DC74BB-63C0-4946-9609-B164ACD7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877050"/>
            <a:ext cx="63817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5F1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D54F9C-E47B-4A56-9FD7-5B049368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877050"/>
            <a:ext cx="6381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7656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5D5B36-0C8C-4EC2-AB47-6900BB6A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200900"/>
            <a:ext cx="638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7656C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DD5C55-4FD0-4B27-BD7C-825F2B03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924675"/>
            <a:ext cx="607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Rule-based classifier - working now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9A9115-B51D-4041-A44A-97191397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6200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A8F2"/>
          </a:solidFill>
          <a:ln xmlns:a="http://schemas.openxmlformats.org/drawingml/2006/main" w="0">
            <a:solidFill>
              <a:srgbClr val="13A8F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163C55-248F-4341-9FBC-8FA55F63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6009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A8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3A8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8F2"/>
                </a:solidFill>
                <a:latin typeface="Arial"/>
                <a:ea typeface="Arial"/>
                <a:cs typeface="Arial"/>
              </a:rPr>
              <a:t>IMU proposes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81CC76-02B2-4F2F-A5BA-A9C22C02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8867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A fast movement, reversal and acceleration change create a strike candidate.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9C735D-97CB-4E3D-86CB-E0F187AF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4486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5BDEE9-64C1-4F76-BAF6-64C9E7F2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4296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18"/>
                </a:solidFill>
                <a:latin typeface="Arial"/>
                <a:ea typeface="Arial"/>
                <a:cs typeface="Arial"/>
              </a:rPr>
              <a:t>EMG confirms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E8B26F-8A47-4EED-A6E2-7AAA35D2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153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The active arm must cross its own calibrated muscle threshold.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F0626-9DF9-4BA6-8D1D-24DDC664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9277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1B5E6C-3934-4E98-8541-91741191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92583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E9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E9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9B57"/>
                </a:solidFill>
                <a:latin typeface="Arial"/>
                <a:ea typeface="Arial"/>
                <a:cs typeface="Arial"/>
              </a:rPr>
              <a:t>Safeguard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E7A44B-0735-429B-AF27-B95F60B9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95440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Cooldown and return travel suppress double or triple sounds.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5782C2-C3F9-41EB-9D4F-05BCB485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877050"/>
            <a:ext cx="69151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270C64-C8D3-4697-B99B-C9C631B6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877050"/>
            <a:ext cx="6915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456336-4EAC-4E0A-92EC-79E5577B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200900"/>
            <a:ext cx="691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2C9141-E7A3-43CD-9F2D-EEEA8485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924675"/>
            <a:ext cx="661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Bagged-tree classifier - next stage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6760AB-69E4-41F1-8719-BB21991B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75819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6C8"/>
                </a:solidFill>
                <a:latin typeface="Arial"/>
                <a:ea typeface="Arial"/>
                <a:cs typeface="Arial"/>
              </a:rPr>
              <a:t>One labelled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6C8"/>
                </a:solidFill>
                <a:latin typeface="Arial"/>
                <a:ea typeface="Arial"/>
                <a:cs typeface="Arial"/>
              </a:rPr>
              <a:t>sensor window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D05219-32EE-489D-953E-B1F83705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7715250"/>
            <a:ext cx="419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BDC4E1-3BC9-4C0F-9BFB-D30DD288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75819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7656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765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656C9"/>
                </a:solidFill>
                <a:latin typeface="Arial"/>
                <a:ea typeface="Arial"/>
                <a:cs typeface="Arial"/>
              </a:rPr>
              <a:t>Motion + muscle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765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656C9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B5037D-EC76-482B-B867-BD7A030B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900" y="7715250"/>
            <a:ext cx="419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62576D-EF80-47B6-A4C4-0619F97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9050" y="758190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18"/>
                </a:solidFill>
                <a:latin typeface="Arial"/>
                <a:ea typeface="Arial"/>
                <a:cs typeface="Arial"/>
              </a:rPr>
              <a:t>Many decision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18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AFA91A-6107-4ED3-A478-1CAEF719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8401050"/>
            <a:ext cx="611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B"/>
                </a:solidFill>
                <a:latin typeface="Arial"/>
                <a:ea typeface="Arial"/>
                <a:cs typeface="Arial"/>
              </a:rPr>
              <a:t>Each tree votes:  NO HIT  |  KICK  |  SNARE  |  CRASH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09CB76-5C4B-4379-AFF8-A3E7B433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9344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MAJORITY VOTE = FINAL PREDICTION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EBFFE0-E367-491E-8060-C58CC601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9505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82"/>
                </a:solidFill>
                <a:latin typeface="Arial"/>
                <a:ea typeface="Arial"/>
                <a:cs typeface="Arial"/>
              </a:rPr>
              <a:t>A group of trees should be less sensitive to one noisy electrode or one unusual swing than a single tree.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87A83D-E2DE-417A-B8CF-D137EC39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458450"/>
            <a:ext cx="135255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FF9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D541F3-6224-41A5-8820-A29B29D9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458450"/>
            <a:ext cx="1352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A8F2"/>
          </a:solidFill>
          <a:ln xmlns:a="http://schemas.openxmlformats.org/drawingml/2006/main" w="0">
            <a:solidFill>
              <a:srgbClr val="13A8F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B22A88-7D21-4866-B1D7-2368890E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78230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F2"/>
          </a:solidFill>
          <a:ln xmlns:a="http://schemas.openxmlformats.org/drawingml/2006/main" w="0">
            <a:solidFill>
              <a:srgbClr val="13A8F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AF2703-2024-45F8-9874-21A45FB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506075"/>
            <a:ext cx="1322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Virtual drum zones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1D7368-B1FE-4080-BA7F-57E98DE8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220450"/>
            <a:ext cx="2705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4D4D"/>
          </a:solidFill>
          <a:ln xmlns:a="http://schemas.openxmlformats.org/drawingml/2006/main" w="0">
            <a:solidFill>
              <a:srgbClr val="D94D4D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SNARE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left pose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BBE7D1-EB97-4948-9A0C-78ED505D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1468100"/>
            <a:ext cx="1333500" cy="457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4D4D"/>
          </a:solidFill>
          <a:ln xmlns:a="http://schemas.openxmlformats.org/drawingml/2006/main" w="0">
            <a:solidFill>
              <a:srgbClr val="D94D4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4D68271-5593-4D76-9411-EB4C27C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12204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KICK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centre / down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C4E6133-D091-4E80-B0EA-3EEC523A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11468100"/>
            <a:ext cx="13335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88F099-761E-4AE8-BE19-918D40F5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12204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CRASH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raised / right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2695B7-CAFF-4317-97B6-6C3F10B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363450"/>
            <a:ext cx="803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82"/>
                </a:solidFill>
                <a:latin typeface="Arial"/>
                <a:ea typeface="Arial"/>
                <a:cs typeface="Arial"/>
              </a:rPr>
              <a:t>Zones are defined relative to a calibrated neutral pose, not by double-integrated position.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1DBEA4-7219-4838-B24E-0952181A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2324100"/>
            <a:ext cx="819705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FD6E8C-07C7-40C1-865C-2E4BF597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2324100"/>
            <a:ext cx="8197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09678F-8B76-490B-ACCF-22F84ED1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2647950"/>
            <a:ext cx="819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AEDC91-9AC8-4556-92E8-B3D4E1C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0" y="2371725"/>
            <a:ext cx="789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hardware</a:t>
            </a:r>
          </a:p>
        </p:txBody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28303B2-7B27-41ED-ACBA-68943FB54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c095e0bc94e4d"/>
          <a:srcRect xmlns:a="http://schemas.openxmlformats.org/drawingml/2006/main" l="0" t="32628" r="0" b="32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793200" y="3067050"/>
            <a:ext cx="7854150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778ECF9-608E-4BA9-A985-0091C2EF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21945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EMG BOARDS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7F7FA6-6426-4C29-921C-546EF472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0" y="6781800"/>
            <a:ext cx="766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82"/>
                </a:solidFill>
                <a:latin typeface="Arial"/>
                <a:ea typeface="Arial"/>
                <a:cs typeface="Arial"/>
              </a:rPr>
              <a:t>Signal conditioning, power and Arduino Mega 2560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87231E-B12C-47CA-814F-5DA25786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7467600"/>
            <a:ext cx="81970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1BD26A-3470-49FD-9009-2ECE448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7467600"/>
            <a:ext cx="8197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A4D4173-F87C-44F8-A0D2-F2836C44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7791450"/>
            <a:ext cx="819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18"/>
          </a:solidFill>
          <a:ln xmlns:a="http://schemas.openxmlformats.org/drawingml/2006/main" w="0">
            <a:solidFill>
              <a:srgbClr val="F28C1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C102F7-BCA0-4EEB-9283-1DBB83DB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0" y="7515225"/>
            <a:ext cx="789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Machine-learning data status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108B29-E763-4910-B8C7-A7E83E2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8229600"/>
            <a:ext cx="261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>
            <a:defPPr algn="ctr">
              <a:defRPr sz="33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8C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6B63B96-8030-40D2-BA8E-C69C9A4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8743950"/>
            <a:ext cx="261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sessions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E5DCF3-9E80-4711-8171-3007288E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1250" y="8229600"/>
            <a:ext cx="261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>
            <a:defPPr algn="ctr">
              <a:defRPr sz="33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8C18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FF21CE8-7712-480F-B246-64BD97E7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1250" y="8743950"/>
            <a:ext cx="261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labelled blocks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A77B7C4-578A-407E-B9F1-92667D56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9300" y="8229600"/>
            <a:ext cx="261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>
            <a:defPPr algn="ctr">
              <a:defRPr sz="33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F28C1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8C18"/>
                </a:solidFill>
                <a:latin typeface="Arial"/>
                <a:ea typeface="Arial"/>
                <a:cs typeface="Arial"/>
              </a:rPr>
              <a:t>1,080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9F119A9-9D81-40C0-8A0A-9AEBE912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9300" y="8743950"/>
            <a:ext cx="261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requested hits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84BBFE-F2F0-4F21-B814-B8BDA8CF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0" y="9315450"/>
            <a:ext cx="7244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7656C9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TRAIN → TEST ON AN UNSEEN SESSION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B60D25-50EC-4EB4-8DED-50E1AE5C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0" y="10420350"/>
            <a:ext cx="81970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961B918-FC0D-434A-ACE2-08CB6CB6D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645fba3a4aa8"/>
          <a:stretch xmlns:a="http://schemas.openxmlformats.org/drawingml/2006/main"/>
        </p:blipFill>
        <p:spPr>
          <a:xfrm xmlns:a="http://schemas.openxmlformats.org/drawingml/2006/main">
            <a:off x="21793200" y="10706785"/>
            <a:ext cx="2571750" cy="1713131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44C5752-2852-417C-A8F1-6B987423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0" y="10591800"/>
            <a:ext cx="50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56C8"/>
                </a:solidFill>
                <a:latin typeface="Arial"/>
                <a:ea typeface="Arial"/>
                <a:cs typeface="Arial"/>
              </a:rPr>
              <a:t>WHAT STILL NEEDS TESTING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97487E-CD60-4E90-BB18-D7623052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0" y="11010900"/>
            <a:ext cx="5091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• held-out accuracy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• false-trigger rate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• sound latency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• orientation drift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43B"/>
                </a:solidFill>
                <a:latin typeface="Arial"/>
                <a:ea typeface="Arial"/>
                <a:cs typeface="Arial"/>
              </a:rPr>
              <a:t>• 6-channel benefit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577CC4-8F34-4B0E-9D63-ACFD1D43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0"/>
            <a:ext cx="18478500" cy="6762750"/>
          </a:xfrm>
          <a:prstGeom xmlns:a="http://schemas.openxmlformats.org/drawingml/2006/main" prst="roundRect">
            <a:avLst>
              <a:gd name="adj" fmla="val 1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FB5CCE1-A8E6-47DE-933B-1434813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0"/>
            <a:ext cx="18478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40815D8-5419-4E87-A2DF-7DED9DF0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77850"/>
            <a:ext cx="1847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23EC4AA-4BA2-4FEF-8593-A5B6DC52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01625"/>
            <a:ext cx="1817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Accepted versus rejected strike: synchronized IMU and EMG</a:t>
            </a:r>
          </a:p>
        </p:txBody>
      </p:sp>
      <p:graphicFrame>
        <p:nvGraphicFramePr>
          <p:cNvPr id="108" name="Chart">
            <a:extLst xmlns:a="http://schemas.openxmlformats.org/drawingml/2006/main">
              <a:ext uri="{FF2B5EF4-FFF2-40B4-BE49-F238E27FC236}">
                <a16:creationId xmlns:a16="http://schemas.microsoft.com/office/drawing/2014/main" id="{7F511049-C76C-43EB-8086-893ABE5215BE}"/>
              </a:ext>
            </a:extLst>
          </p:cNvPr>
          <p:cNvGraphicFramePr/>
          <p:nvPr/>
        </p:nvGraphicFramePr>
        <p:xfrm>
          <a:off xmlns:a="http://schemas.openxmlformats.org/drawingml/2006/main" x="781050" y="13773150"/>
          <a:ext xmlns:a="http://schemas.openxmlformats.org/drawingml/2006/main" cx="17849850" cy="5124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9dee60354e4f42"/>
          </a:graphicData>
        </a:graphic>
      </p:graphicFrame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00D1E6-96CD-41D1-87CD-FAFD3909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684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ACCEPTED: IMU + EMG align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542A53-68F4-4676-AE27-9922528A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3868400"/>
            <a:ext cx="4857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4D4D"/>
          </a:solidFill>
          <a:ln xmlns:a="http://schemas.openxmlformats.org/drawingml/2006/main" w="0">
            <a:solidFill>
              <a:srgbClr val="D94D4D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REJECTED: EMG stays below threshold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1FB240B-568B-4E39-8EDC-AC9B63D3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268450"/>
            <a:ext cx="47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57"/>
          </a:solidFill>
          <a:ln xmlns:a="http://schemas.openxmlformats.org/drawingml/2006/main" w="0">
            <a:solidFill>
              <a:srgbClr val="2E9B5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51ECC79-0A5E-4253-9A5C-EE0CD8DA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2113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AB857B2-A09B-4396-AE9B-57A021F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14268450"/>
            <a:ext cx="47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D4D"/>
          </a:solidFill>
          <a:ln xmlns:a="http://schemas.openxmlformats.org/drawingml/2006/main" w="0">
            <a:solidFill>
              <a:srgbClr val="D94D4D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B3ADE53-DEA1-4EDC-BC2C-E2E904F1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42113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5BA8F1F-20D5-44FF-B572-CEC91DB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30950"/>
            <a:ext cx="1752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82"/>
                </a:solidFill>
                <a:latin typeface="Arial"/>
                <a:ea typeface="Arial"/>
                <a:cs typeface="Arial"/>
              </a:rPr>
              <a:t>Real right-hand events from session_20261012_165912. The accepted decision occurs at 0.00 s; the EMG-timeout rejection follows 0.51 s later.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3A753C9-EB2C-4728-8DF1-D583BAFA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12954000"/>
            <a:ext cx="10654500" cy="6762750"/>
          </a:xfrm>
          <a:prstGeom xmlns:a="http://schemas.openxmlformats.org/drawingml/2006/main" prst="roundRect">
            <a:avLst>
              <a:gd name="adj" fmla="val 1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BD8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45EC0CE-7A82-44E2-B81D-B0840EA1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12954000"/>
            <a:ext cx="1065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D3B659E-A776-4938-82B6-699E2DDE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0" y="13277850"/>
            <a:ext cx="1065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C8"/>
          </a:solidFill>
          <a:ln xmlns:a="http://schemas.openxmlformats.org/drawingml/2006/main" w="0">
            <a:solidFill>
              <a:srgbClr val="0756C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B34C60C-6FA7-4388-88DF-1EEF9243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00" y="13001625"/>
            <a:ext cx="1034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 metrics by operating mode</a:t>
            </a:r>
          </a:p>
        </p:txBody>
      </p:sp>
      <p:graphicFrame>
        <p:nvGraphicFramePr>
          <p:cNvPr id="120" name="Chart">
            <a:extLst xmlns:a="http://schemas.openxmlformats.org/drawingml/2006/main">
              <a:ext uri="{FF2B5EF4-FFF2-40B4-BE49-F238E27FC236}">
                <a16:creationId xmlns:a16="http://schemas.microsoft.com/office/drawing/2014/main" id="{7820A5EF-768B-41D6-B58F-D41ECBDE0B1D}"/>
              </a:ext>
            </a:extLst>
          </p:cNvPr>
          <p:cNvGraphicFramePr/>
          <p:nvPr/>
        </p:nvGraphicFramePr>
        <p:xfrm>
          <a:off xmlns:a="http://schemas.openxmlformats.org/drawingml/2006/main" x="19354800" y="13792200"/>
          <a:ext xmlns:a="http://schemas.openxmlformats.org/drawingml/2006/main" cx="102735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fc9922062b4699"/>
          </a:graphicData>
        </a:graphic>
      </p:graphicFrame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CD32F2-C4B4-45A3-8032-73CD432D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0" y="18230850"/>
            <a:ext cx="966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75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56C8"/>
                </a:solidFill>
                <a:latin typeface="Arial"/>
                <a:ea typeface="Arial"/>
                <a:cs typeface="Arial"/>
              </a:rPr>
              <a:t>0% = not measured   50% = partial evidence   100% = measured result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5F78D11-F7FC-46FF-AFD4-4D79E16E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550" y="18611850"/>
            <a:ext cx="970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7656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7656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C9"/>
                </a:solidFill>
                <a:latin typeface="Arial"/>
                <a:ea typeface="Arial"/>
                <a:cs typeface="Arial"/>
              </a:rPr>
              <a:t>Current result: rule-based median decision delay = 0 ms (95th percentile = 125 ms).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AC6AC0B-922C-4886-BE07-A9E6A1A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0" y="19069050"/>
            <a:ext cx="974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B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82"/>
                </a:solidFill>
                <a:latin typeface="Arial"/>
                <a:ea typeface="Arial"/>
                <a:cs typeface="Arial"/>
              </a:rPr>
              <a:t>Accuracy = correct drum selections ÷ intended strikes × 100%. A 0% evidence bar means unmeasured, not zero system accuracy.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EB87C73-378F-4EE3-B036-9D2CF4A1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907250"/>
            <a:ext cx="29361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CB7"/>
          </a:solidFill>
          <a:ln xmlns:a="http://schemas.openxmlformats.org/drawingml/2006/main" w="14288">
            <a:solidFill>
              <a:srgbClr val="54C8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C68C262-28A3-4ACA-9594-7BF64D49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5929378-9FBF-4C6D-B529-ADD80F44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40600"/>
            <a:ext cx="2644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MyoDrum already combines synchronized motion and muscle sensing for three virtual drums. The next step is to train the bagged-tree model and compare it fairly with IMU-only, EMG-only and rule-based fusion.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E7B393C-8907-4E1D-ACEA-5A5155BD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78800"/>
            <a:ext cx="2917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D9E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D9EA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AFF"/>
                </a:solidFill>
                <a:latin typeface="Arial"/>
                <a:ea typeface="Arial"/>
                <a:cs typeface="Arial"/>
              </a:rPr>
              <a:t>References: TDK InvenSense, MPU-6050 Product Specification; SENIAM, Sensor Locations; MyoDrum recorded sessions.  *Classifier delay excludes speaker/Bluetooth audio latency.</a:t>
            </a:r>
          </a:p>
        </p:txBody>
      </p:sp>
    </p:spTree>
    <p:extLst>
      <p:ext uri="{BB962C8B-B14F-4D97-AF65-F5344CB8AC3E}">
        <p14:creationId xmlns:p14="http://schemas.microsoft.com/office/powerpoint/2010/main" val="1686766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2026-10-14T11:47:18.5620000Z</dcterms:created>
  <dcterms:modified xsi:type="dcterms:W3CDTF">2026-10-14T11:47:18.5620000Z</dcterms:modified>
</coreProperties>
</file>